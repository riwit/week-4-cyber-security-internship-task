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FD40-6BFD-622D-B7D0-B0576CC3A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DEA1A-5CE0-1ECD-163D-0DACCEFC2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3EF4D-27CB-0544-D6CE-4123D804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37A84-1D8F-C29F-DE67-33574BA1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0DD3B-707B-FBD4-B03A-72FC5A1F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2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8A17-D240-1F6B-A2BE-E905C85A9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2EF02-17E4-9C30-5E7A-D599FB63F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36CAB-49A2-F29D-25A5-1D55B832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CC4C-6D46-8430-6E4F-87BFF6948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BF26-4398-F918-9A5B-F6DC001D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58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919B-4850-E345-3F4B-154635D6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FC759-4E95-D2E3-E2FB-3831B7024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976E0-414E-E963-0350-9AD5646E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3E7E3-1ADA-E44C-201F-8FFB79B5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B92C9-A29B-6923-2AC1-5E61CC3D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18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3278-0D21-3B70-E123-6A291286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A85EC-424C-4C66-CCF3-E4D71EF37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5127B-329E-198B-6976-6FF8A4676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D7184-F165-2A31-DDEC-0189C8F5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4527D-F780-7EA4-B373-BE3B7B17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0E181-7F0E-D434-07F1-F4ECEFCE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5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042DD-239C-223A-52D9-DE3C69910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70F2E-0309-4D09-8F6D-5E636D0D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2A51B-74B3-5255-D1F3-DECA843B4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9890F-3D78-47ED-77DB-7FCD3C5EB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5F871-0DC9-D22E-F354-6C4763FD3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97BF0-37B0-81D3-2C2E-5ACE856D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332199-8419-F8F0-E856-923E507B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EA9D8-A7BB-89C6-1E92-144CBFEC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4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A331-FBC8-9DDB-9836-A2C79FEC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F3732-386D-BB3B-4924-144B5595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D8681-DCBE-9671-BDEE-0877EAA7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6BFDD-72D1-BF73-C571-D4B49BB7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43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CC39E-1E58-FB02-A337-29704021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E787E-0C22-44C8-1998-E1AB8B4C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BE22A-80A3-B9B4-C865-BE686691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396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2E16-98AE-086A-B6AA-5D67E044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F542-4FFA-C29D-A134-40BAFBDD1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CB3AA-32B0-467B-545A-79568375F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27947-05A0-C553-52FF-58838E55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0BD8D-4336-88BD-6BE3-8FC4515C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EDFC5-67A0-C1FA-84ED-8656362A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82AB-5AAF-A295-42E1-53B0CE73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7DC33-33C3-278E-4CA1-A20B78907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CF24A-E02E-3C60-9B07-24BC1B320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1C71E-5C9F-4A49-5077-3217380F9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89E0D-7AC6-C7F8-7CEF-2D288A37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D927F-9BCA-5F1F-F444-8AB40C91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23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8268-432A-59DF-D1B9-087E50E1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65A14-2C42-0B5C-1308-286424BD1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8A15E-BBFD-4EC6-AF2A-96CB7E89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A823-63C7-6994-E852-623F36D9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84D17-09FA-8E37-061A-6CCBE574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49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31C2BF-A3C6-3FF8-F6BD-76389EECE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3F21C-62E5-4492-CF0C-34CFB8DE5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3F7DD-5522-63FF-D63D-7C7F2EB9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E6DEC-9938-96B1-9502-C7C741E0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1C539-3CA4-8E76-EAC4-8F2C2859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6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A4379-2204-D9E7-C7AE-C62902868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06511-5C1A-24FD-879C-B2F2A3AB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3D890-09B6-09B9-A773-EE7B849F6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A76B3-8035-42C7-82BB-F7058B86BB6B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F8D1D-3F39-0A9F-9380-91DC7535D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13F75-AF57-18D9-1A71-FCDED583C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766A8-C6EB-486E-A681-92D93CE5F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43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9F838E-9189-2463-7571-6B06758475B3}"/>
              </a:ext>
            </a:extLst>
          </p:cNvPr>
          <p:cNvSpPr txBox="1"/>
          <p:nvPr/>
        </p:nvSpPr>
        <p:spPr>
          <a:xfrm>
            <a:off x="3025864" y="2274838"/>
            <a:ext cx="61402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Student name: -Kumbhar Dilip </a:t>
            </a:r>
          </a:p>
          <a:p>
            <a:pPr algn="just"/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College name: - Indus University </a:t>
            </a:r>
          </a:p>
          <a:p>
            <a:pPr algn="just"/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Week 4 assignment: - Cyber Security Internship </a:t>
            </a:r>
          </a:p>
          <a:p>
            <a:pPr algn="just"/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Sid: - dg/september/cyber/264 </a:t>
            </a:r>
          </a:p>
          <a:p>
            <a:pPr algn="just"/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Mail: - dilipkumbhar.dginternshub@gmail.Com </a:t>
            </a:r>
          </a:p>
          <a:p>
            <a:pPr algn="just"/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Task 4: - Theory + Practical</a:t>
            </a:r>
          </a:p>
        </p:txBody>
      </p:sp>
    </p:spTree>
    <p:extLst>
      <p:ext uri="{BB962C8B-B14F-4D97-AF65-F5344CB8AC3E}">
        <p14:creationId xmlns:p14="http://schemas.microsoft.com/office/powerpoint/2010/main" val="423002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D8503-E2C7-DEE2-AEEE-46728A35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BCC7B6-8C50-006C-5443-286F809CBB45}"/>
              </a:ext>
            </a:extLst>
          </p:cNvPr>
          <p:cNvSpPr txBox="1"/>
          <p:nvPr/>
        </p:nvSpPr>
        <p:spPr>
          <a:xfrm>
            <a:off x="484226" y="1025766"/>
            <a:ext cx="533554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Overview: -</a:t>
            </a:r>
          </a:p>
          <a:p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is a practical network security laboratory designed to understand the basics of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configuration, service identification, network scanning, and traffic analysis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lab uses multiple virtual machines connected through the same virtual network.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 Linux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used as the security-testing machine, while a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or Linux machine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acts as the target. A web server such as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or Nginx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installed on the target machine.</a:t>
            </a:r>
          </a:p>
          <a:p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testing should be performed only on the user's own isolated lab network or systems for which they have permission.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22E325-39C9-D36D-3F92-347EC305956C}"/>
              </a:ext>
            </a:extLst>
          </p:cNvPr>
          <p:cNvSpPr txBox="1"/>
          <p:nvPr/>
        </p:nvSpPr>
        <p:spPr>
          <a:xfrm>
            <a:off x="6372227" y="1025767"/>
            <a:ext cx="5211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demonstrates the complete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79E18-8BF2-3987-A6E4-75B501182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295" y="1570004"/>
            <a:ext cx="2942930" cy="4845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982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15D6A-BB24-BD41-87A4-661CDD1E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63FD2-7A63-7935-EB58-5B4308B08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506" y="263909"/>
            <a:ext cx="2267866" cy="35135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9AAA75-AE01-4D43-70C2-C6C730BC0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5" y="4011801"/>
            <a:ext cx="5867402" cy="25570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A4AE42-660C-1033-75C0-C612C299F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742" y="4011801"/>
            <a:ext cx="5867402" cy="25822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7AEA46-83B6-ABCF-7A28-AB1258D4C226}"/>
              </a:ext>
            </a:extLst>
          </p:cNvPr>
          <p:cNvSpPr txBox="1"/>
          <p:nvPr/>
        </p:nvSpPr>
        <p:spPr>
          <a:xfrm>
            <a:off x="217713" y="228600"/>
            <a:ext cx="5234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Task 1 – Setup Basic Network in VMware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1A54C-7FB1-AD9B-CA2F-7D884484EDEB}"/>
              </a:ext>
            </a:extLst>
          </p:cNvPr>
          <p:cNvSpPr txBox="1"/>
          <p:nvPr/>
        </p:nvSpPr>
        <p:spPr>
          <a:xfrm>
            <a:off x="380999" y="2392509"/>
            <a:ext cx="3581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Configure the Network Adapter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Kali Linux or Ubuntu.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Edit Virtual Machine Settings.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Network Adapter.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NAT (or Host-Only).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CA1ACD-CF6B-86D9-11C7-4110D34CB7FE}"/>
              </a:ext>
            </a:extLst>
          </p:cNvPr>
          <p:cNvSpPr txBox="1"/>
          <p:nvPr/>
        </p:nvSpPr>
        <p:spPr>
          <a:xfrm>
            <a:off x="5849264" y="1562458"/>
            <a:ext cx="33001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Open VMware Workstation</a:t>
            </a:r>
          </a:p>
          <a:p>
            <a:pPr lvl="0"/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 Linux VM (Attacker)</a:t>
            </a:r>
          </a:p>
          <a:p>
            <a:pPr lvl="0"/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Ubuntu Server/Windows VM (Target)</a:t>
            </a:r>
          </a:p>
        </p:txBody>
      </p:sp>
    </p:spTree>
    <p:extLst>
      <p:ext uri="{BB962C8B-B14F-4D97-AF65-F5344CB8AC3E}">
        <p14:creationId xmlns:p14="http://schemas.microsoft.com/office/powerpoint/2010/main" val="393275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B4A97-50DF-9BDD-6D6B-137AAA220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E81A78-19DF-94E5-4A10-3DD5100BE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662" y="529973"/>
            <a:ext cx="7911474" cy="36544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33E560-CC0B-8F5D-FADC-63CF10192322}"/>
              </a:ext>
            </a:extLst>
          </p:cNvPr>
          <p:cNvSpPr txBox="1"/>
          <p:nvPr/>
        </p:nvSpPr>
        <p:spPr>
          <a:xfrm>
            <a:off x="947056" y="624321"/>
            <a:ext cx="29613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Start Both Machines</a:t>
            </a:r>
          </a:p>
          <a:p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on:</a:t>
            </a:r>
          </a:p>
          <a:p>
            <a:pPr lvl="0"/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 Linux</a:t>
            </a:r>
          </a:p>
          <a:p>
            <a:pPr lvl="0"/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Ubuntu Server (or Windows)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7D9F9-A257-B797-4B4D-9148EB99BBC5}"/>
              </a:ext>
            </a:extLst>
          </p:cNvPr>
          <p:cNvSpPr txBox="1"/>
          <p:nvPr/>
        </p:nvSpPr>
        <p:spPr>
          <a:xfrm>
            <a:off x="947056" y="2035392"/>
            <a:ext cx="34072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Check the IP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 Linux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Terminal and 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Ubuntu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Terminal and run: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hostname -I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B6D9741-DD69-300B-E588-EFB734576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285437"/>
              </p:ext>
            </p:extLst>
          </p:nvPr>
        </p:nvGraphicFramePr>
        <p:xfrm>
          <a:off x="947056" y="4994358"/>
          <a:ext cx="2874917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9181">
                  <a:extLst>
                    <a:ext uri="{9D8B030D-6E8A-4147-A177-3AD203B41FA5}">
                      <a16:colId xmlns:a16="http://schemas.microsoft.com/office/drawing/2014/main" val="49858986"/>
                    </a:ext>
                  </a:extLst>
                </a:gridCol>
                <a:gridCol w="1815736">
                  <a:extLst>
                    <a:ext uri="{9D8B030D-6E8A-4147-A177-3AD203B41FA5}">
                      <a16:colId xmlns:a16="http://schemas.microsoft.com/office/drawing/2014/main" val="510460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Machine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 IP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20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192.168.147.129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428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Ubuntu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192.168.147.130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17614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291E0F0-DF68-7F7E-8E89-395AF315F725}"/>
              </a:ext>
            </a:extLst>
          </p:cNvPr>
          <p:cNvSpPr txBox="1"/>
          <p:nvPr/>
        </p:nvSpPr>
        <p:spPr>
          <a:xfrm>
            <a:off x="947057" y="4379824"/>
            <a:ext cx="46699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Verify Both Are on the Same Network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the IP addresses.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B22E02-6D14-EBAE-2D7A-694997E1469C}"/>
              </a:ext>
            </a:extLst>
          </p:cNvPr>
          <p:cNvSpPr txBox="1"/>
          <p:nvPr/>
        </p:nvSpPr>
        <p:spPr>
          <a:xfrm>
            <a:off x="5953243" y="4425991"/>
            <a:ext cx="44740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6: Test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Kali, ping the Ubuntu machine.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 192.168.188.128</a:t>
            </a:r>
          </a:p>
          <a:p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7: Test from Ubuntu (Optional)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 Kali.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 192.168.188.131</a:t>
            </a:r>
          </a:p>
        </p:txBody>
      </p:sp>
    </p:spTree>
    <p:extLst>
      <p:ext uri="{BB962C8B-B14F-4D97-AF65-F5344CB8AC3E}">
        <p14:creationId xmlns:p14="http://schemas.microsoft.com/office/powerpoint/2010/main" val="245207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47267-0B3C-0AB6-EE13-6F11C6E3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974B5B-85BB-8ACD-2543-8C6F4AE58B83}"/>
              </a:ext>
            </a:extLst>
          </p:cNvPr>
          <p:cNvSpPr txBox="1"/>
          <p:nvPr/>
        </p:nvSpPr>
        <p:spPr>
          <a:xfrm>
            <a:off x="762000" y="359620"/>
            <a:ext cx="4376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– Install &amp; Configure Services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6F407-9F5C-6B0C-D909-6B016F4299FE}"/>
              </a:ext>
            </a:extLst>
          </p:cNvPr>
          <p:cNvSpPr txBox="1"/>
          <p:nvPr/>
        </p:nvSpPr>
        <p:spPr>
          <a:xfrm>
            <a:off x="762000" y="1026663"/>
            <a:ext cx="36031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A – Install Apache Web Server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Open Terminal on Kali.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C4F6E-1606-2A09-3056-C606D7944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630" y="559675"/>
            <a:ext cx="6398664" cy="32829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FB0259-BD28-AD94-1851-23849A086E6B}"/>
              </a:ext>
            </a:extLst>
          </p:cNvPr>
          <p:cNvSpPr txBox="1"/>
          <p:nvPr/>
        </p:nvSpPr>
        <p:spPr>
          <a:xfrm>
            <a:off x="762000" y="1611438"/>
            <a:ext cx="3526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Update Packages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apt update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376DF3-D89B-BCE3-BAFD-5C7C4570FC95}"/>
              </a:ext>
            </a:extLst>
          </p:cNvPr>
          <p:cNvSpPr txBox="1"/>
          <p:nvPr/>
        </p:nvSpPr>
        <p:spPr>
          <a:xfrm>
            <a:off x="762000" y="244243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Install Apache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apt install apache2 -y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FAA097-1987-DCF8-58BB-4EFB42116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630" y="3909966"/>
            <a:ext cx="2905530" cy="1143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CFB4FA-812F-F3CF-4DF6-112E23ADA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630" y="5165560"/>
            <a:ext cx="2524477" cy="3905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F64ED9-7C7C-88AF-6B21-6F236103D251}"/>
              </a:ext>
            </a:extLst>
          </p:cNvPr>
          <p:cNvSpPr txBox="1"/>
          <p:nvPr/>
        </p:nvSpPr>
        <p:spPr>
          <a:xfrm>
            <a:off x="761999" y="3396695"/>
            <a:ext cx="45720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B – Start and Enable Apache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Start the Service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systemctl start apache2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Enable Apache at Boot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systemctl enable apache2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6: Check Service Status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systemctl status apache2</a:t>
            </a:r>
          </a:p>
        </p:txBody>
      </p:sp>
    </p:spTree>
    <p:extLst>
      <p:ext uri="{BB962C8B-B14F-4D97-AF65-F5344CB8AC3E}">
        <p14:creationId xmlns:p14="http://schemas.microsoft.com/office/powerpoint/2010/main" val="183135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FB9E5-E63E-29F8-F56B-BD778EB1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EA5158-5782-4898-124E-66B9ECCCE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0"/>
          <a:stretch>
            <a:fillRect/>
          </a:stretch>
        </p:blipFill>
        <p:spPr>
          <a:xfrm>
            <a:off x="6212918" y="327622"/>
            <a:ext cx="5630740" cy="2081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A5C849-5419-9A5D-E29F-77E386C11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917" y="2521363"/>
            <a:ext cx="4204712" cy="3436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A4EF8D-E228-CF02-F237-0249A621FD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917" y="6090836"/>
            <a:ext cx="4041685" cy="493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C5CBB8-5191-81F9-CEC3-0FE69A2EB735}"/>
              </a:ext>
            </a:extLst>
          </p:cNvPr>
          <p:cNvSpPr txBox="1"/>
          <p:nvPr/>
        </p:nvSpPr>
        <p:spPr>
          <a:xfrm>
            <a:off x="892629" y="234155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C – Test the Web Server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7: Test on kali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Firefox on Ubuntu and visit: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http://localhost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11105B-C8C8-A1C8-F11B-5D0DFA4B50F6}"/>
              </a:ext>
            </a:extLst>
          </p:cNvPr>
          <p:cNvSpPr txBox="1"/>
          <p:nvPr/>
        </p:nvSpPr>
        <p:spPr>
          <a:xfrm>
            <a:off x="892629" y="65954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6: Check Service Status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systemctl status apache2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B11E72-C5FD-74F5-B9D5-CBDEB736F61B}"/>
              </a:ext>
            </a:extLst>
          </p:cNvPr>
          <p:cNvSpPr txBox="1"/>
          <p:nvPr/>
        </p:nvSpPr>
        <p:spPr>
          <a:xfrm>
            <a:off x="892629" y="422642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D – Verify Port 80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Kali 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ss -tuln | grep 80</a:t>
            </a:r>
          </a:p>
        </p:txBody>
      </p:sp>
    </p:spTree>
    <p:extLst>
      <p:ext uri="{BB962C8B-B14F-4D97-AF65-F5344CB8AC3E}">
        <p14:creationId xmlns:p14="http://schemas.microsoft.com/office/powerpoint/2010/main" val="228086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7FBFB-9DDD-69AB-4ADB-236E7413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F1FA98-A1C7-67C7-4674-DDF4C631CAB8}"/>
              </a:ext>
            </a:extLst>
          </p:cNvPr>
          <p:cNvSpPr txBox="1"/>
          <p:nvPr/>
        </p:nvSpPr>
        <p:spPr>
          <a:xfrm>
            <a:off x="696686" y="650553"/>
            <a:ext cx="47461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– Install FTP Server (vsftpd)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bonus marks, install an FTP server.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Install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apt install vsftpd -y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F8A18B-E6F0-A29D-3C78-FA8F6411E802}"/>
              </a:ext>
            </a:extLst>
          </p:cNvPr>
          <p:cNvSpPr txBox="1"/>
          <p:nvPr/>
        </p:nvSpPr>
        <p:spPr>
          <a:xfrm>
            <a:off x="696686" y="2117581"/>
            <a:ext cx="48441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Start FTP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systemctl start vsftpd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Enable at Boot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systemctl enable vsftpd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Check Status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systemctl status vsftpd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8A53B3-D8A8-5A3A-B4BA-0C1A0AC69DE3}"/>
              </a:ext>
            </a:extLst>
          </p:cNvPr>
          <p:cNvSpPr txBox="1"/>
          <p:nvPr/>
        </p:nvSpPr>
        <p:spPr>
          <a:xfrm>
            <a:off x="696686" y="4077051"/>
            <a:ext cx="3429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 FTP Port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sudo ss -tuln | grep 21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57474C-01D0-E765-D3F6-81C6466A3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527" y="279702"/>
            <a:ext cx="5081292" cy="34725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F2AB9E-1684-99DA-83DC-E0E64C37C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527" y="3995057"/>
            <a:ext cx="5161606" cy="245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31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0B167-6510-B30F-9FD8-DBCA66984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00D8C-F971-5F3D-A119-1E2C54508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336" y="408297"/>
            <a:ext cx="4590036" cy="20736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3556C1-C2A5-6B89-4060-649AC250C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336" y="2822175"/>
            <a:ext cx="4590036" cy="3772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9954E6-FE49-C51F-3A33-97AD75EC03CF}"/>
              </a:ext>
            </a:extLst>
          </p:cNvPr>
          <p:cNvSpPr txBox="1"/>
          <p:nvPr/>
        </p:nvSpPr>
        <p:spPr>
          <a:xfrm>
            <a:off x="232336" y="45255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3: Network Scanning (Nmap)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971D54-0928-D1FB-E747-E17C272D7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592547"/>
              </p:ext>
            </p:extLst>
          </p:nvPr>
        </p:nvGraphicFramePr>
        <p:xfrm>
          <a:off x="391887" y="1833265"/>
          <a:ext cx="5471778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9590">
                  <a:extLst>
                    <a:ext uri="{9D8B030D-6E8A-4147-A177-3AD203B41FA5}">
                      <a16:colId xmlns:a16="http://schemas.microsoft.com/office/drawing/2014/main" val="3539307754"/>
                    </a:ext>
                  </a:extLst>
                </a:gridCol>
                <a:gridCol w="1818262">
                  <a:extLst>
                    <a:ext uri="{9D8B030D-6E8A-4147-A177-3AD203B41FA5}">
                      <a16:colId xmlns:a16="http://schemas.microsoft.com/office/drawing/2014/main" val="1504651999"/>
                    </a:ext>
                  </a:extLst>
                </a:gridCol>
                <a:gridCol w="1823926">
                  <a:extLst>
                    <a:ext uri="{9D8B030D-6E8A-4147-A177-3AD203B41FA5}">
                      <a16:colId xmlns:a16="http://schemas.microsoft.com/office/drawing/2014/main" val="1379326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Machine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 IP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963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Kali 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192.168.188.131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976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Ubuntu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192.168.188.128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89903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1EF411-6E99-3AB6-78A5-A7A2B6BA8577}"/>
              </a:ext>
            </a:extLst>
          </p:cNvPr>
          <p:cNvSpPr txBox="1"/>
          <p:nvPr/>
        </p:nvSpPr>
        <p:spPr>
          <a:xfrm>
            <a:off x="391886" y="1329590"/>
            <a:ext cx="18614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Details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5945F4-FCB5-36A6-DC0A-4FB93B13DADD}"/>
              </a:ext>
            </a:extLst>
          </p:cNvPr>
          <p:cNvSpPr txBox="1"/>
          <p:nvPr/>
        </p:nvSpPr>
        <p:spPr>
          <a:xfrm>
            <a:off x="391886" y="3460039"/>
            <a:ext cx="42525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Verify the Target is Reachable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Kali, open Terminal and run: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ping 192.168.188.128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66185D-B2EF-EAFE-E335-30AC4BC456D1}"/>
              </a:ext>
            </a:extLst>
          </p:cNvPr>
          <p:cNvSpPr txBox="1"/>
          <p:nvPr/>
        </p:nvSpPr>
        <p:spPr>
          <a:xfrm>
            <a:off x="391886" y="482053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en-IN" sz="1600" b="1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2: Detect Operating Systems</a:t>
            </a:r>
          </a:p>
          <a:p>
            <a:pPr indent="0" algn="l" rtl="0">
              <a:buNone/>
            </a:pP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Your screenshot uses Nmap's OS detection option:</a:t>
            </a:r>
          </a:p>
          <a:p>
            <a:pPr indent="0" algn="l" rtl="0">
              <a:buNone/>
            </a:pP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sudo </a:t>
            </a:r>
            <a:r>
              <a:rPr lang="en-IN" sz="1600" b="0" i="0" dirty="0" err="1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-O 192.168.188.131/24 –</a:t>
            </a:r>
            <a:r>
              <a:rPr lang="en-IN" sz="1600" b="0" i="0" dirty="0" err="1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OS_detection.txt</a:t>
            </a:r>
          </a:p>
        </p:txBody>
      </p:sp>
    </p:spTree>
    <p:extLst>
      <p:ext uri="{BB962C8B-B14F-4D97-AF65-F5344CB8AC3E}">
        <p14:creationId xmlns:p14="http://schemas.microsoft.com/office/powerpoint/2010/main" val="69985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1E2DD-23F5-DAE5-B7E7-F09A751B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012829-FC83-716B-A771-7FED6B04E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871" y="1062765"/>
            <a:ext cx="4054040" cy="45224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94CF23-D698-E750-E541-C8A9D7A0F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51" y="1062765"/>
            <a:ext cx="3766457" cy="45224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480FB1-B127-12C9-2E98-8B92A1B89B94}"/>
              </a:ext>
            </a:extLst>
          </p:cNvPr>
          <p:cNvSpPr txBox="1"/>
          <p:nvPr/>
        </p:nvSpPr>
        <p:spPr>
          <a:xfrm>
            <a:off x="4139881" y="1186481"/>
            <a:ext cx="39630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en-IN" sz="1400" b="1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3 :Perform service/version detection</a:t>
            </a:r>
          </a:p>
          <a:p>
            <a:pPr indent="0" algn="l" rtl="0">
              <a:buNone/>
            </a:pPr>
            <a:r>
              <a:rPr lang="en-IN" sz="14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Your right-hand screenshot 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0" i="0" dirty="0" err="1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4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IN" sz="1400" b="0" i="0" dirty="0" err="1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  <a:r>
              <a:rPr lang="en-IN" sz="14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-p- 192.168.188.131/24 -</a:t>
            </a:r>
            <a:r>
              <a:rPr lang="en-IN" sz="1400" b="0" i="0" dirty="0" err="1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oA</a:t>
            </a:r>
            <a:r>
              <a:rPr lang="en-IN" sz="14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full-scan</a:t>
            </a:r>
          </a:p>
          <a:p>
            <a:r>
              <a:rPr lang="en-IN" sz="1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files</a:t>
            </a:r>
          </a:p>
          <a:p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-</a:t>
            </a:r>
            <a:r>
              <a:rPr lang="en-IN" sz="1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</a:t>
            </a: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option creates: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</a:t>
            </a:r>
            <a:r>
              <a:rPr lang="en-IN" sz="1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scan.nmap</a:t>
            </a:r>
            <a:endParaRPr lang="en-IN" sz="1400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full-scan.xml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</a:t>
            </a:r>
            <a:r>
              <a:rPr lang="en-IN" sz="1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scan.gnmap</a:t>
            </a:r>
            <a:endParaRPr lang="en-IN" sz="1400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D29BCB-085A-5F26-A4E3-2C6B66FFB5C6}"/>
              </a:ext>
            </a:extLst>
          </p:cNvPr>
          <p:cNvSpPr txBox="1"/>
          <p:nvPr/>
        </p:nvSpPr>
        <p:spPr>
          <a:xfrm>
            <a:off x="4139880" y="3429000"/>
            <a:ext cx="37664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en-IN" sz="1600" b="1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4 :Run vulnerability NSE scripts</a:t>
            </a:r>
          </a:p>
          <a:p>
            <a:pPr indent="0" algn="l" rtl="0">
              <a:buNone/>
            </a:pP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Your left screenshot uses: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sudo </a:t>
            </a:r>
            <a:r>
              <a:rPr lang="en-IN" sz="1600" b="0" i="0" dirty="0" err="1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--script vuln 192.168.188.131/24 -</a:t>
            </a:r>
            <a:r>
              <a:rPr lang="en-IN" sz="1600" b="0" i="0" dirty="0" err="1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oX</a:t>
            </a:r>
            <a:r>
              <a:rPr lang="en-IN" sz="1600" b="0" i="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vuln.xml</a:t>
            </a:r>
          </a:p>
        </p:txBody>
      </p:sp>
    </p:spTree>
    <p:extLst>
      <p:ext uri="{BB962C8B-B14F-4D97-AF65-F5344CB8AC3E}">
        <p14:creationId xmlns:p14="http://schemas.microsoft.com/office/powerpoint/2010/main" val="912330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FAA5A-D72F-93A8-8EB0-86DB27D1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399D1F-B384-1EC8-8E04-04D8A7264EB3}"/>
              </a:ext>
            </a:extLst>
          </p:cNvPr>
          <p:cNvSpPr txBox="1"/>
          <p:nvPr/>
        </p:nvSpPr>
        <p:spPr>
          <a:xfrm>
            <a:off x="400050" y="205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Task 4: Traffic Analysis (Wireshark)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D91B08-FA8B-ADC5-B571-F3C9251BB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410" y="901636"/>
            <a:ext cx="5002830" cy="29564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33E560-BA3B-B444-1B9A-189535274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964" y="4176175"/>
            <a:ext cx="7429501" cy="24759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A0BC83-8B50-C946-AD31-D615F61FDB36}"/>
              </a:ext>
            </a:extLst>
          </p:cNvPr>
          <p:cNvSpPr txBox="1"/>
          <p:nvPr/>
        </p:nvSpPr>
        <p:spPr>
          <a:xfrm>
            <a:off x="400050" y="78575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Open Wireshark</a:t>
            </a:r>
            <a:endParaRPr lang="en-IN" sz="1600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Wireshark in Kali.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will see network interfaces like eth0 or ens33.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interface connected to your VMware network.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Double-click the interface to start capturing.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915793-F2D5-9645-8143-0D8EC826C9DB}"/>
              </a:ext>
            </a:extLst>
          </p:cNvPr>
          <p:cNvSpPr txBox="1"/>
          <p:nvPr/>
        </p:nvSpPr>
        <p:spPr>
          <a:xfrm>
            <a:off x="400050" y="2319766"/>
            <a:ext cx="2733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Start Capturing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CC841-E7B5-A02C-2862-D75D5F0ED2C6}"/>
              </a:ext>
            </a:extLst>
          </p:cNvPr>
          <p:cNvSpPr txBox="1"/>
          <p:nvPr/>
        </p:nvSpPr>
        <p:spPr>
          <a:xfrm>
            <a:off x="400050" y="2755528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3: Generate Traffic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Wireshark is capturing, generate some network activity.</a:t>
            </a:r>
          </a:p>
          <a:p>
            <a:pPr>
              <a:buNone/>
            </a:pPr>
            <a:r>
              <a:rPr lang="en-IN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HTTP Traffic</a:t>
            </a:r>
          </a:p>
          <a:p>
            <a:pPr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Kali, open Firefox and visit:</a:t>
            </a:r>
          </a:p>
          <a:p>
            <a:pPr rtl="0">
              <a:buNone/>
            </a:pPr>
            <a:r>
              <a:rPr lang="en-IN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http://localhost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E2802C0-A680-57BA-CFAA-FB86B379FB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7" b="19778"/>
          <a:stretch>
            <a:fillRect/>
          </a:stretch>
        </p:blipFill>
        <p:spPr>
          <a:xfrm>
            <a:off x="476250" y="4176175"/>
            <a:ext cx="3905250" cy="247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3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FBF9C-19A9-6076-14C3-D4BE79D3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E66C5E-5A14-13C5-96DE-28E138C9BF9D}"/>
              </a:ext>
            </a:extLst>
          </p:cNvPr>
          <p:cNvSpPr txBox="1"/>
          <p:nvPr/>
        </p:nvSpPr>
        <p:spPr>
          <a:xfrm>
            <a:off x="2114549" y="1828562"/>
            <a:ext cx="831532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References: -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Nmap Official Documentation → https://nmap.org/docs.html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Wireshark Official Documentation → https://www.wireshark.org/docs/relnotes/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HTTP Server Documentation → https://httpd.apache.org/docs/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Ubuntu Documentation → https://ubuntu.com/desktop/docs/en/latest/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 Linux Documentation → https://www.kali.org/docs/</a:t>
            </a:r>
          </a:p>
        </p:txBody>
      </p:sp>
    </p:spTree>
    <p:extLst>
      <p:ext uri="{BB962C8B-B14F-4D97-AF65-F5344CB8AC3E}">
        <p14:creationId xmlns:p14="http://schemas.microsoft.com/office/powerpoint/2010/main" val="529157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147F5-2023-97D4-C8AA-C34F5A12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yber security and data protection digital technology blue background. shield lock circuit board pattern wallpaper. vector illustration fantastic technology.">
            <a:extLst>
              <a:ext uri="{FF2B5EF4-FFF2-40B4-BE49-F238E27FC236}">
                <a16:creationId xmlns:a16="http://schemas.microsoft.com/office/drawing/2014/main" id="{CDF730A5-67C2-BD05-ABC1-9C5FE04E2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9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242073-7A14-21A6-25AD-AAEECF666B55}"/>
              </a:ext>
            </a:extLst>
          </p:cNvPr>
          <p:cNvSpPr txBox="1"/>
          <p:nvPr/>
        </p:nvSpPr>
        <p:spPr>
          <a:xfrm>
            <a:off x="1811283" y="1903548"/>
            <a:ext cx="322876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9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Thank</a:t>
            </a:r>
            <a:br>
              <a:rPr lang="en-IN" sz="96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IN" sz="9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138614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805</Words>
  <Application>Microsoft Office PowerPoint</Application>
  <PresentationFormat>Widescreen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kumbhar dilip</dc:creator>
  <cp:lastModifiedBy>kumbhar dilip</cp:lastModifiedBy>
  <cp:revision>8</cp:revision>
  <dcterms:created xsi:type="dcterms:W3CDTF">2026-09-25T16:56:03Z</dcterms:created>
  <dcterms:modified xsi:type="dcterms:W3CDTF">2026-09-26T16:47:33Z</dcterms:modified>
</cp:coreProperties>
</file>